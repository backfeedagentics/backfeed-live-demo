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Calibri"/>
              </a:defRPr>
            </a:pPr>
            <a:r>
              <a:t>AI-Enabled Data Center Supply Chain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284C7"/>
                </a:solidFill>
                <a:latin typeface="Calibri"/>
              </a:defRPr>
            </a:pPr>
            <a:r>
              <a:t>Summit Electrical Sales Operations Command Center powered by Backfeed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Calibri"/>
              </a:defRPr>
            </a:pPr>
            <a:r>
              <a:t>Backfeed Operations Framework: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Real-Time Commodity Volatility Surcharge Calculations (COMEX / LME Spot)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Automated Unstructured BOM Parsing &amp; Specialist Routing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Smart-Cut CNC Cable Spooling &amp; Fabrication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5779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ERP-Linked Customer Credit &amp; Security Operations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Calibri"/>
              </a:defRPr>
            </a:pPr>
            <a:r>
              <a:t>Summit Electrical Sales | West Deptford, NJ Headquarters | Confidential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CORE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What is Backfeed?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The Intelligent Operations Layer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Bridges the Gap: Automatically links incoming unstructured commercial inquiries (emails, PDFs) to structured enterprise databases (ERPs).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Inside Sales Copilot: Serves as a cognitive, real-time assistant for sales coordinators and estimators.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Eliminates Manual Keying: Strips out dashes, bullet points, and noise to construct quotes instantly.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Enforces Business Rules: Evaluates customer standing, checks credit limits, and alerts account managers on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Real-Time Capabilities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Dynamic Commodity Sync: Mitigates raw material price shifts by syncing with spot metal indexes.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Intelligent Routing: Instantly parses and assigns represented lines (Titan, Liberty) to product experts.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Value-Added Spooling: Dispatches physical reel cutting coordinates straight to local warehouse machinery.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Active Dispatch Tracking: Monitors delivery fleet progress from the 51,000 sq ft West Deptford HQ.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REAL-TIME SURCHARGES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Surviving Volatile Data Center Commodity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The Challenge: Volatile Raw Materials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Data Center Demand Spikes: Hyperscaler expansion requires massive runs of copper cable and galvanized steel strut.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Rapid Raw Material Volatility: COMEX copper wire prices ($4.52/lb) and Steel HRC ($810/ton) fluctuate rapidly.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Legacy Quoting Risk: Static quotation files create rapid margin erosion on long-lead-time data center supply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The Solution: Automated Index Surcharges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What Backfeed Does: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Dynamic Market Sync: Pulls hourly spot pricing charts (HG=F, ALI=F, HRC=F) from Yahoo Finance APIs.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Automated Surcharge Logic: Automatically calculates copper/steel weights of quote items and appends base surcharges.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Protects Sales Margin: Adjusts estimated material values dynamically before order release.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Prevents Underselling: Secures profitable margins without requiring manual rep mathematical auditing.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LINE CARDS - TITAN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Data Center Support: Titan Division Line 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Structural Support &amp; Device Lines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Titan B-Line Support Strut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12G/14G galvanized bolted steel strut channels, cable trays, and rack frames.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Threshold: $7,500 Prepaid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Inside Sales Specialist: Specialist B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Titan Wiring Devices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Heavy-duty commercial plugs, lock receptacles, and industrial dimmers.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Threshold: $1,000 Prepaid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Inside Sales Specialist: Specialist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Overcurrent Fuses &amp; Distribution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Titan Edison Fuses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High-capacity circuit overcurrent fuses and block fuse holders.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Threshold: $250 Prepaid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Inside Sales Specialist: Specialist A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Titan Transformers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Dry-type ventilated distribution transformers for power room steps.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Threshold: $5,000 Prepaid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Inside Sales Specialist: Specialist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LINE CARDS - ELECTRICAL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Power Distribution: Core Wire &amp; Cable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Conductors &amp; Lighting Infrastructure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Liberty Copper Cable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Heavy-gauge THHN copper conductors, Romex alternatives, and MC metal clad runs.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Terms: $5,000 Prepaid | Specialist: Specialist B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Prime Aluminum Cable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Industrial aluminum feeder wire, welding cables, and flexible tray spools.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Terms: $5,000 Prepaid | Specialist: Specialist B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Nova LED Lighting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High-efficiency LED industrial bays and warehouse smart network bays.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Terms: $1,500 Prepaid | Specialist: Specialist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Industrial Fittings &amp; Climate Systems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Matrix Fittings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Zinc and steel EMT connectors, fittings, and outlet conduit junction boxes.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Terms: $1,500 Prepaid | Specialist: Specialist A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DuraPVC Fittings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Heavy PVC conduit fittings, couplings, utility boxes, and adapters.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Terms: $3,000 Prepaid | Specialist: Specialist A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AeroTherm Heat Systems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Description: Electric warehouse heaters, baseboards, and digital wall thermostats.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  Prepaid Terms: $2,500 Prepaid | Specialist: Specialist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WAREHOUSE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Smart-Cut Spooling &amp; Strut Pre-Fabrication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Value-Added Spooling &amp; Cutting Services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Parallel Wire Spooling: Configure up to 5 legs of heavy feeder wire (THHN 500 Kcmil) onto a single wooden/steel shipping reel.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Custom Lengths: Allows reps to enter precise lengths per run to match data center layout plans.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Custom Strut Cuts: Pre-cut Titan B-Line steel channels in 2ft/4ft/6ft lengths directly from raw inventory.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Onsite Labor Solution: Staged reels and pre-cut strut arrive jobsite-ready, cutting contractor installation labor by 60%.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Simulation &amp; Machine Dispatch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What Backfeed Does: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Dynamic Physical Simulator: Computes exact total wire weight (lbs) and spool volume capacity (e.g. 52%).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Freight Optimization: Verifies load limits to prevent truck weight overloading on flatbed dispatches.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Cutting Time Estimation: Projects machinery cut runtime (e.g. 8 mins) to assist dispatchers in staging scheduling.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Direct CNC Link: Sends verified cutting parameters straight to local warehouse floor cutting machinery.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SPEED-QUOTE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Speed-Quote BOM Parsing &amp; Intake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Intake &amp; Brand Allocation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Unstructured Data Ingestion: Reps paste raw text or drop contractor RFQs directly into the parsing pane.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Entities Extraction: Scans and identifies manufacturer lines, quantities, gauges, and target SKUs.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Specialist Handoff Routing: Instantly maps and assigns extracted products to Specialist B or Specialist A based on line card specialties.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Automated Verification &amp; Quote Assembly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What Backfeed Does: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1-Click Freight Check: Evaluates order valuation against factory prepaid limits to flag upsell opportunities.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Integrated Credit Audit: Cross-references account ID against ERP credit limits to auto-detect holds before quoting.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Real-time Proposal Builder: Auto-compiles pricing sheets into Outlook compose emails for instant dispatcher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STRATEGIC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Strategic Value: Accelerating Hyperscaler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Distributor Retaining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Speed-to-Market: Instant parsing ensures Summit is always first-to-respond on data center bids.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Freight Optimization: Grouping represented line cards on flatbed trucks minimizes transport fees.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Reduced Field Labor: Smart-Cut parallel reels solve jobsite electrician shortages.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Manufacturer Alignment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Manufacturer Placement: Deep tech-enablement attracts premier brands like Titan and Liberty.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Inside Routing: Eliminates delayed handoffs, ensuring specialists quote complex specs.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SSO Compliance: Adheres to Entra ID RBAC security protocols for enterprise tenants.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Operations Scaling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HQ Operations: Maximizes the 51,000 sq ft West Deptford facility and CNC floor throughput.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Risk SWING Shield: Dynamic spot trackers safeguard profits against steel/copper inflation.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Credit Holds Prevention: Real-time ERP audits lock orders exceeding distributor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Sentinel Security Gateway &amp; Phishing Threat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Automated Threat Mitigation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Cognitive Spam Filtering: Intercepts incoming client correspondence and checks DKIM/SPF alignment.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Typosquatting Detection: Auto-detects domain variations mimicking key vendor brands.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Zero-Click Safety Guard: Inspects embedded URL strings without visiting them to prevent credentials harvesting.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Local Threat memory: Logs threat vectors to a database to block mutations.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Governance &amp; Human Escalations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Enforced Safety Gates: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Multi-Factor Escalation: Suspicious pricing or bank modifications require dual human authorization.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No Auto-Releases: Auto-release of credit holds is strictly blocked to prevent defaults.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Spam Reporting: Deletes malicious mails and flags senders automatically.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Incident Dashboard: Exposes a real-time event log to system administrators.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COMMUNICATION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Headless MS Teams Alerts &amp; Event Dispatcher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Integrated Operational Alerting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Decoupled Alert Channel: Dispatches operational alerts headlessly to designated Teams channels via Incoming Webhooks.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Configuration Portability: Reads webhook targets dynamically from local user configuration files.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• Zero-Code Maintenance: Changes targets without code alterations or recompiling.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Webhook Triggers &amp; Card Payloads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Triggered Alert Scenarios: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Phishing Quarantines: Instantly posts alert cards with risk scores when Sentinel blocks threats.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Merton Commodities Volatility: Posts warnings when metal spot markets experience pricing shocks.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Build Status Updates: Dispatches detailed logs whenever email-triggered rebuilds complete.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  ✦ System Health Audits: Periodic checks logging container runtime stats.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